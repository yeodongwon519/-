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Pretendard"/>
              </a:rPr>
              <a:t>RSI의 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AAAA"/>
                </a:solidFill>
                <a:latin typeface="Pretendard"/>
              </a:rPr>
              <a:t>RSI 70 넘으면 팔고, 30 밑이면 산다. 이 방법...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676888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43A"/>
                </a:solidFill>
                <a:latin typeface="Pretendard"/>
              </a:rPr>
              <a:t>본문1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</a:rPr>
              <a:t>RSI = 상대강도지수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59436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32918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RSI는 상대강도지수입니다.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48920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0에서 100 사이 값으로, 최근 상승폭과 하락폭의 비율을 나타냅니다.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1264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64922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6263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70 이상이면 과매수, 30 이하면 과매도 구간으로 알려져 있지만, 이것만으로 매매하면 강한 추세장에서 계속 틀립니다.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1676888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43A"/>
                </a:solidFill>
                <a:latin typeface="Pretendard"/>
              </a:rPr>
              <a:t>본문2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</a:rPr>
              <a:t>추세 방향이 먼저다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59436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32918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핵심은 추세 방향입니다.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48920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상승 추세에서는 RSI 40~80 구간이 정상 범위입니다.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1264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64922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6263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이때 RSI 70을 보고 팔면, 추세를 역행하는 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1676888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43A"/>
                </a:solidFill>
                <a:latin typeface="Pretendard"/>
              </a:rPr>
              <a:t>본문3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</a:rPr>
              <a:t>다이버전스가 진짜 신호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59436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32918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진짜 RSI 매매 신호는 다이버전스입니다.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48920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가격은 신고점을 갱신하는데 RSI는 낮아지고 있다면, 상승 모멘텀이 약해지고 있다는 신호입니다.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126480"/>
            <a:ext cx="5303520" cy="1371600"/>
          </a:xfrm>
          <a:prstGeom prst="roundRect">
            <a:avLst>
              <a:gd name="adj" fmla="val 15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6492240"/>
            <a:ext cx="640080" cy="64008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6263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retendard"/>
              </a:rPr>
              <a:t>이 순간이 진입과 청산의 핵심 타이밍입니다.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1676888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643A"/>
                </a:solidFill>
                <a:latin typeface="Pretendar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Pretendard"/>
              </a:rPr>
              <a:t>구독 = 매매법 강의 무료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5669280"/>
            <a:ext cx="32004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AAAAAA"/>
                </a:solidFill>
                <a:latin typeface="Pretendard"/>
              </a:rPr>
              <a:t>RSI 숫자 하나만 보지 마세요. 추세를 먼저 파악하고, 다이버전스로 타이밍을 잡는 것. 이게 프로들이 RSI를 쓰는 방법입니다. 도움이 되셨다면 구독 부탁드립니다.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676888"/>
            <a:ext cx="6858000" cy="54864"/>
          </a:xfrm>
          <a:prstGeom prst="rect">
            <a:avLst/>
          </a:prstGeom>
          <a:solidFill>
            <a:srgbClr val="E86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